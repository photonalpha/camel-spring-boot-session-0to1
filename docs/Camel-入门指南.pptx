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PingFang SC"/>
              </a:rPr>
              <a:t>Apache Camel 入门 0 →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PingFang SC"/>
              </a:rPr>
              <a:t>用 Spring XML DSL 从一条路由讲到一套完整的企业集成编排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Spring Boot  4.1.1       Spring Cloud  2025.1.3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Camel        4.22.1      JDK           21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装配入口     @ImportResource("classpath:camel-context.xml")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示例工程     camel-session-0to1 · 16 条路由 · 6 个可运行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这份手册怎么用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前半部分按 API 递进，后半部分是查得最多的速查表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484882" cy="4572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691B6"/>
                </a:solidFill>
                <a:latin typeface="PingFang SC"/>
              </a:rPr>
              <a:t>一、打底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学习路线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六个核心名词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Exchange 消息模型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项目结构导航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@ImportResource 装配链路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4146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4146" y="1783080"/>
            <a:ext cx="2484882" cy="4572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450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PingFang SC"/>
              </a:rPr>
              <a:t>二、按 API 递进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8738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2513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REST DSL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8738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2513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API-1 基础链路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8738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2513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API-2 条件分支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8738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2513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filter vs choice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8738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2513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API-3 ProducerTemplate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8738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2513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API-4 并行聚合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8738" y="4288535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2513" y="4288535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API-5 拆分/旁路/动态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8212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8212" y="1783080"/>
            <a:ext cx="2484882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4516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PingFang SC"/>
              </a:rPr>
              <a:t>三、速查表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3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6579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Simple 表达式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2803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6579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四个一变多 EIP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2803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6579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Endpoint URI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3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6579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Camel 内置 Header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2803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6579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Java DSL 对照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2803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6579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全部标签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2277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82277" y="1783080"/>
            <a:ext cx="2484882" cy="45720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28581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PingFang SC"/>
              </a:rPr>
              <a:t>四、工程实践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6869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0645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API-6 综合编排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6869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0645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两条分支同构响应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6869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0645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错误处理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6869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645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日志与追踪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6869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0645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测试与验证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6869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0645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动手实验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394960"/>
            <a:ext cx="1092708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539496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59" y="55138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读法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08760" y="5513832"/>
            <a:ext cx="9875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带「速查」标记的页面是查得最多的：Simple 表达式、Endpoint URI、内置 Header、标签总表。第一次读建议按顺序，之后直接跳到这四页。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camel-session-0to1 · 26 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学习路线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六个 API，每个只新增 2~3 个标签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由浅入深，每一步都能单独跑起来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1064238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69"/>
                <a:gridCol w="2212848"/>
                <a:gridCol w="3208629"/>
                <a:gridCol w="2434132"/>
                <a:gridCol w="27660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#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API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新增标签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路由文件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解决的问题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/orders/basic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&lt;route&gt; &lt;from&gt; &lt;to&gt; &lt;process&gt;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route-api1-basic.xml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一条路由怎么跑起来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/orders/dispatch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&lt;choice&gt; &lt;when&gt; &lt;simple&gt; &lt;jsonpath&gt; &lt;filter&gt;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route-api2-dispatch.xml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怎么按条件走不同分支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/orders/quote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ProducerTemplate + &lt;to uri="bean:"&gt;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route-api3-quote.xml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怎么主动调外部 HTTP / 本地路由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/orders/check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&lt;multicast&gt; + aggregationStrategy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route-api4-multicast.xml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怎么并行调用再把结果合起来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/orders/split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&lt;split&gt; &lt;wireTap&gt; 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route-api5-split.xml + route-shared.xml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怎么拆批量、旁路埋点、动态选目标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POST /orders/fulfil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以上全部组合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route-api6-complex.xml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真实业务里它们怎么协同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38928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138928"/>
            <a:ext cx="50292" cy="6949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257800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PingFang SC"/>
              </a:rPr>
              <a:t>动手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257800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全部 API 都能离线运行：mvn clean package → java -jar target/*.jar → ./test-apis.sh。每一步都有日志，建议对照控制台边跑边看。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六个 API 共 16 条路由，其中 API-4、API-5 的子路由被 API-6 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先记住 6 个名词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Camel 的全部内容都是这 6 个概念的组合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828800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CamelContext　运行时容器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79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管理所有路由、组件、端点、线程池；一个应用通常只有一个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10611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37459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Route　一条消息处理流水线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93491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必须以一个 &lt;from&gt; 开头，后面是一串处理步骤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392423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19271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Exchange　一次消息交换的上下文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75303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包含 In 消息、Header、Property、异常，贯穿整条路由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828800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1755648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Endpoint / URI　消息的出入口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011679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direct:xxx、http://…、file:… —— 一个字符串就是一个地址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610611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537459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Component　协议适配器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793491"/>
            <a:ext cx="502005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endpoint URI 的 scheme（direct、http、platform-http）由它实现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589019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3515867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PingFang SC"/>
              </a:rPr>
              <a:t>EIP　企业集成模式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771900"/>
            <a:ext cx="502005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choice / filter / split / multicast / wireTap… 就是路由里的"语法"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06240"/>
            <a:ext cx="10972800" cy="149961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70831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同一条路由的 Java DSL（左）与 XML DSL（右）—— 本项目统一用 XML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645151"/>
            <a:ext cx="10515600" cy="1133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from("direct:order")            &lt;from uri="direct:order"/&gt;        ← 入口 Endpoint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.process(validator)           &lt;process ref="validator"/&gt;        ← 自定义 Java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.choice().when(...)           &lt;choice&gt;&lt;when&gt;…&lt;/when&gt;&lt;/choice&gt;   ← EIP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.to("http://fx-service");     &lt;to uri="http://fx-service"/&gt;     ← 出口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概念先行，标签自然就懂了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消息模型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Exchange：路由里流动的到底是什么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读懂它，才知道数据在哪、什么时候会丢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PingFang SC"/>
              </a:rPr>
              <a:t>In Message（Body）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/>
              </a:rPr>
              <a:t>真正的业务数据。会被 &lt;process&gt;/&lt;setBody&gt;/&lt;split&gt; 反复改写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PingFang SC"/>
              </a:rPr>
              <a:t>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/>
              </a:rPr>
              <a:t>随消息流动的元数据。&lt;setHeader&gt;/${header.x} 读写；进出组件时可能被覆盖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PingFang SC"/>
              </a:rPr>
              <a:t>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/>
              </a:rPr>
              <a:t>整个 Exchange 级别的"随行数据"。&lt;setProperty&gt;/${exchangeProperty.x}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778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PingFang SC"/>
              </a:rPr>
              <a:t>Exception /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/>
              </a:rPr>
              <a:t>异常与 InOnly / InOut 模式；决定要不要等返回值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0440"/>
            <a:ext cx="10881360" cy="905256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0440"/>
            <a:ext cx="50292" cy="905256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3931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实战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639312"/>
            <a:ext cx="9829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本项目 API-6 就靠这个区别工作：Body 在 multicast/split 之后已经面目全非，所以第 2 步先用 &lt;setProperty name="originalOrder"&gt; 把原始报文存进 Property，履约时再 &lt;setBody&gt;${exchangeProperty.originalOrder}&lt;/setBody&gt; 还原。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10881360" cy="149961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45152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Property 备份 / 还原（camel/route-api6-complex.xml）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19472"/>
            <a:ext cx="10424160" cy="1133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&lt;setProperty name="originalOrder"&gt;&lt;simple&gt;${body}&lt;/simple&gt;&lt;/setProperty&gt;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…  &lt;multicast/&gt; &lt;process/&gt; 期间 body 被替换成风控聚合结果  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&lt;setBody&gt;&lt;simple&gt;${exchangeProperty.originalOrder}&lt;/simple&gt;&lt;/setBody&gt;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&lt;split&gt;&lt;jsonpath&gt;$.items&lt;/jsonpath&gt; … &lt;/split&gt;   ← 还原后才拿得到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Body 会变，Property 不会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代码放在哪：一张图找到任何东西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camel-context.xml 只负责装配，路由按 API 拆成 8 个片段文件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5074920" cy="326440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src/main/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617720" cy="2898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resources/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camel-context.xml          ← 装配入口（import + ref）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camel/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rest-api.xml             ← &lt;restContext&gt;  六个 REST 端点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route-api1-basic.xml     ← &lt;routeContext&gt; API-1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route-api2-dispatch.xml  ← &lt;routeContext&gt; API-2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route-api3-quote.xml     ← &lt;routeContext&gt; API-3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route-api4-multicast.xml ← &lt;routeContext&gt; API-4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route-api5-split.xml     ← &lt;routeContext&gt; API-5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route-shared.xml         ← item-* / audit-log 共用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route-api6-complex.xml   ← &lt;routeContext&gt; API-6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application.yml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java/com/example/camel/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processor/   strategy/   bean/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1737360"/>
          <a:ext cx="564184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250"/>
                <a:gridCol w="304659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找什么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去哪里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某个 API 的路由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camel/route-apiN-*.xml，文件头有该组标签的讲解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&lt;process ref="x"/&gt; 的实现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processor/ 下同名 @Component("x")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aggregationStrategy 的实现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strategy/ 下同名 Bean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ProducerTemplate 用法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bean/RemoteCallService.java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被调用的"外部系统"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bean/MockRemoteApiController.java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运行期开关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camel-context.xml 的 &lt;camelContext&gt; 属性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接口测试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.idea/rest/API-requests.http 或 ./test-apis.sh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303520"/>
            <a:ext cx="11064240" cy="905256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303520"/>
            <a:ext cx="50292" cy="9052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2239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PingFang SC"/>
              </a:rPr>
              <a:t>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5422392"/>
            <a:ext cx="1001268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新增一个 API 的三步：camel/ 下加一个 &lt;routeContext&gt; 文件 → camel-context.xml 里 &lt;import&gt; + &lt;routeContextRef&gt; → rest-api.xml 里加 &lt;post&gt;。注意 XSD 规定 ref 元素必须写在 &lt;restConfiguration&gt; 之前。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拆分靠的是 Camel 的 &lt;routeContext&gt; / &lt;restContext&gt; 片段容器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工程装配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@ImportResource 是怎么把 XML 接进 Spring Boot 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理解这条链路，才能解释本项目遇到的四个坑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@ImportResource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PingFang SC"/>
              </a:rPr>
              <a:t>Spring 解析 camel-context.xml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5536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&lt;camelContext&gt;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PingFang SC"/>
              </a:rPr>
              <a:t>注册成 CamelContext Bean，再用 ref 装配路由片段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4496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自动装配让位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PingFang SC"/>
              </a:rPr>
              <a:t>CamelAutoConfiguration 是 @ConditionalOnMissingBean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1664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XML 上下文接管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PingFang SC"/>
              </a:rPr>
              <a:t>路由随 Spring Boot 一起启停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3063240"/>
          <a:ext cx="10881359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3699662"/>
                <a:gridCol w="5005425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踩过的坑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现象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解决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ProducerTemplate 有两个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启动报 expected single matching bean but found 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&lt;camelContext&gt; 已自动注册名为 template 的 Bean，不要再自建 @Bean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循环依赖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camelContext ↔ *ComponentAutoConfiguration 互相等待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业务 Bean 注入模板时加 @Lazy；并开启 spring.main.allow-circular-references=true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yml 开关不生效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camel.springboot.use-mdc-logging 写了没反应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自动装配已让位，运行时开关必须写成 &lt;camelContext useMDCLogging="true"&gt; 属性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PingFang SC"/>
                        </a:rPr>
                        <a:t>XML 解析失败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The string "--" is not permitted within comments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XML 注释里不能出现连续两个短横线，画表格分隔线要换成 = 号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四个坑都在本项目里真实出现过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1/6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REST DSL：&lt;restConfiguration&gt; / &lt;rest&gt; / &lt;post&gt; / &lt;to&gt;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REST 层只做协议适配，业务一律交给 direct 路由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760720" cy="343357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camel/rest-api.xml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303520" cy="3067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&lt;restConfiguration component="platform-http"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        bindingMode="json"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        enableCORS="true"&gt;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&lt;dataFormatProperty key="prettyPrint" value="true"/&gt;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&lt;/restConfiguration&gt;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&lt;rest path="/api/v1/orders"&gt;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&lt;post path="/basic"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type="java.util.Map"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outType="java.util.Map"&gt;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&lt;to uri="direct:api1-basic"/&gt;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&lt;/post&gt;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&lt;/rest&gt;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1755648"/>
          <a:ext cx="4937759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859"/>
                <a:gridCol w="28639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标签 / 属性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用途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&lt;restConfiguration&gt;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REST 的全局配置，每个 CamelContext 一份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component=platform-http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复用 Spring Boot 内嵌 Tomcat，不额外开端口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bindingMode=json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入站按 type 反序列化，出站自动序列化成 JSON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&lt;rest path&gt;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一组端点的公共前缀，本身不处理业务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&lt;post path type outType&gt;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一个 POST 动词；必须且只能包含一个 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&lt;to uri="direct:…"&gt;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把请求转交给某条路由；direct 是同步内存端点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3492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34924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46811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5468112"/>
            <a:ext cx="9829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为什么都转给 direct:？因为路由才是可复用、可组合、可单测的单元。REST 层换成 MQ 触发时，业务路由一行都不用改。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API 全部挂在 http://localhost:8080/api/v1/orders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API-1　&lt;route&gt; &lt;from&gt; &lt;to&gt; &lt;process&gt;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/api/v1/orders/basic —— 一条路由最小可用的样子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309360" cy="321868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camel/route-api1-basic.xml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852160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&lt;route id="api1-basic-order"&gt;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&lt;from uri="direct:api1-basic"/&gt;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&lt;log message="[API-1] &gt;&gt;&gt; entering route, payload=${body}"/&gt;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&lt;process ref="orderValidateProcessor"/&gt;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uri="direct:api1-enrich"/&gt;          ← 调另一条路由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&lt;log message="[API-1] &lt;&lt;&lt; route finished"/&gt;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&lt;/route&gt;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&lt;route id="api1-enrich-order"&gt;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&lt;from uri="direct:api1-enrich"/&gt;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&lt;process ref="orderEnrichProcessor"/&gt;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&lt;/route&gt;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59168" y="1755648"/>
          <a:ext cx="4553711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890"/>
                <a:gridCol w="346082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标签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用途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&lt;route&gt;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一条流水线；id 会出现在日志/JMX/MDC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&lt;from&gt;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路由唯一入口(Consumer)，一条路由只能有一个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发消息给下一个 Endpoint，默认同步等返回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&lt;process&gt;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插入自定义 Java 代码，可读写整个 Exchange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&lt;log&gt;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声明式日志，message 里直接写 Simple 表达式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1206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2064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23951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PingFang SC"/>
              </a:rPr>
              <a:t>用法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5239512"/>
            <a:ext cx="9829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Processor 适合做校验、埋点、复杂改写；简单取值判断优先用 &lt;simple&gt;，不要动辄写 Java。一条 route 就是一个可复用单元，用 &lt;to&gt; 组合它们。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route id 会作为 logger 名字出现在控制台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API-2　&lt;choice&gt; &lt;when&gt; &lt;otherwise&gt; &lt;simple&gt; &lt;jsonpath&gt;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/api/v1/orders/dispatch —— 按条件走不同通道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675120" cy="343357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内容路由器 Content Based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6217920" cy="3067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&lt;choice&gt;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&lt;simple&gt;${body[amount]} &amp;gt; 10000&lt;/simple&gt;      ← Simple 表达式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name="lane"&gt;&lt;constant&gt;VIP&lt;/constant&gt;&lt;/setHeader&gt;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&lt;jsonpath&gt;$[?(@.channel == 'APP')]&lt;/jsonpath&gt;  ← JSONPath 谓词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name="lane"&gt;&lt;constant&gt;APP_FAST&lt;/constant&gt;&lt;/setHeader&gt;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&lt;otherwise&gt;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name="lane"&gt;&lt;constant&gt;STANDARD&lt;/constant&gt;&lt;/setHeader&gt;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&lt;/otherwise&gt;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&lt;/choice&gt;</a:t>
            </a:r>
          </a:p>
        </p:txBody>
      </p:sp>
      <p:sp>
        <p:nvSpPr>
          <p:cNvPr id="10" name="Oval 9"/>
          <p:cNvSpPr/>
          <p:nvPr/>
        </p:nvSpPr>
        <p:spPr>
          <a:xfrm>
            <a:off x="7360920" y="1947672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98664" y="1874519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&lt;choice&gt;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8664" y="2130551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内容路由器；自上而下匹配，命中第一个就结束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2601468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2528315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&lt;when&gt;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2784347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一个分支，第一个子元素必须是谓词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255263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3182111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&lt;otherwise&gt;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3438143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都不命中时的兜底，可省略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09059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3835907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&lt;simple&gt;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4091939"/>
            <a:ext cx="40599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内置表达式：${body[k]} ${header.x} ${exchangeProperty.x}</a:t>
            </a:r>
          </a:p>
        </p:txBody>
      </p:sp>
      <p:sp>
        <p:nvSpPr>
          <p:cNvPr id="22" name="Oval 21"/>
          <p:cNvSpPr/>
          <p:nvPr/>
        </p:nvSpPr>
        <p:spPr>
          <a:xfrm>
            <a:off x="7360920" y="4759451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4686299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&lt;jsonpath&gt;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4942331"/>
            <a:ext cx="40599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直接在 JSON 结构上取值/判断；过滤表达式非空即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39496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39496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5138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易错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5513832"/>
            <a:ext cx="9829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XML 里比较符要转义：&gt; 写成 &amp;gt;，&lt; 写成 &amp;lt;。多个 &lt;when&gt; 只会命中一个，想"都执行"请用 &lt;multicast&gt;。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三种输入分别命中 when#1 / when#2 / otherwise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重点对比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&lt;filter&gt; 和 &lt;choice&gt;/&lt;when&gt; 到底差在哪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初学最容易混的一对；本项目 API-2 与 API-6 都靠这个区别工作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10642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4646980"/>
                <a:gridCol w="4868265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enlo"/>
                        </a:rPr>
                        <a:t>&lt;filter&gt;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enlo"/>
                        </a:rPr>
                        <a:t>&lt;choice&gt; + &lt;when&gt;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分支数量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只有一个（真 / 假）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任意多个 &lt;when&gt; + 一个 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不匹配时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跳过 filter 内部的所有步骤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走 &lt;otherwise&gt;；没写就直接跳过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语义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"这一段要不要做" —— 守卫 / 开关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"该做哪一段" —— 多路选择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匹配策略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单一谓词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自上而下，命中即停，只走一条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常见误用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以为它会终止整条路由（不会！）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以为多个 &lt;when&gt; 会都执行（不会！）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PingFang SC"/>
                        </a:rPr>
                        <a:t>典型场景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风控守卫、灰度开关、脏数据丢弃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PingFang SC"/>
                        </a:rPr>
                        <a:t>渠道分流、订单定级、多版本兼容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38928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669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PingFang SC"/>
              </a:rPr>
              <a:t>共同点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PingFang SC"/>
              </a:rPr>
              <a:t>两者都不会终止路由 —— 它们之后的节点照常执行。真要终止请用 &lt;stop/&gt;。正因如此，API-2 被 filter 拦下的请求仍能拿到 200 响应，API-6 被风控拒绝的订单也能返回结构完整的 JSON。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对应 camel/route-api2-dispatch.xml 中的注释表格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Simple 表达式速查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Camel 内置的表达式语言，90% 的取值和判断都用它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5532119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309798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取值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含义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整个消息体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${body[amount]}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Body 是 Map 时取 key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${body[items][0][sku]}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嵌套取值，支持下标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${header.orderId}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取 Header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${exchangeProperty.originalOrder}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取 Property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${exchangeId}  ${routeId}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本次交换 / 当前路由的 id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${date:now:yyyy-MM-dd}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当前时间，可指定格式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${bean:myBean?method=calc}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调用 Spring Bean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19072"/>
          <a:ext cx="5303519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78"/>
                <a:gridCol w="307604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判断 / 运算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${body[amount]} &amp;gt; 10000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数值比较；XML 里 &gt; 要写 &amp;gt;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${header.decision} == 'APPROVED'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字符串相等，单引号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${header.lane} in 'VIP,APP_FAST'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在集合里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${body[channel]} regex '^A.*'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正则匹配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${header.x} != null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判空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${body[items].size()} &amp;gt; 0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集合长度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${body[amount]} range '100..5000'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区间判断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\${...}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转义：输出字面量 ${...}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44068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5955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5559552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Simple 写不下的才换 &lt;jsonpath&gt;（深层 JSON）或 &lt;method&gt;/&lt;bean&gt;（复杂逻辑）。不要为了一个取值就写 Processor —— 那是本项目里最常见的过度设计。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本项目 API-2 / API-6 的 &lt;when&gt; 与 &lt;filter&gt; 都用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API-3　ProducerTemplate + Freemarker 报文转换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/api/v1/orders/quote —— 出入站各过一次模板，把外部系统的方言挡在门外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858000" cy="345185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bean/RemoteCallService.java —— 四步都是同一个 ProducerTemplate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6400800" cy="3086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① request.ftl：内部订单 -&gt; 外部系统的报文格式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outbound = template.requestBodyAndHeader(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"freemarker:templates/request.ftl", request, "msgId", msgId,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② ProducerTemplate 发起真实 HTTP 调用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raw = template.requestBodyAndHeaders(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"http://.../fx-rate?bridgeEndpoint=true", outbound,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Map.of(Exchange.HTTP_METHOD, "POST"),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③ response.ftl：外部应答 -&gt; 本应用的业务格式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business = template.requestBody(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"freemarker:templates/response.ftl", parse(raw),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④ 回调本地 Camel 路由（direct: 同步、同线程）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Map&lt;String,Object&gt; fee = template.requestBody("direct:api3-calc-fee", request);</a:t>
            </a:r>
          </a:p>
        </p:txBody>
      </p:sp>
      <p:sp>
        <p:nvSpPr>
          <p:cNvPr id="10" name="Oval 9"/>
          <p:cNvSpPr/>
          <p:nvPr/>
        </p:nvSpPr>
        <p:spPr>
          <a:xfrm>
            <a:off x="7699248" y="19476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874519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它是什么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130551"/>
            <a:ext cx="36941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Camel 版的 RestTemplate，目标可以是任何组件</a:t>
            </a:r>
          </a:p>
        </p:txBody>
      </p:sp>
      <p:sp>
        <p:nvSpPr>
          <p:cNvPr id="13" name="Oval 12"/>
          <p:cNvSpPr/>
          <p:nvPr/>
        </p:nvSpPr>
        <p:spPr>
          <a:xfrm>
            <a:off x="7699248" y="277977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706624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requestBody(...)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962656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InOut：等待并返回结果；sendBody 不等</a:t>
            </a:r>
          </a:p>
        </p:txBody>
      </p:sp>
      <p:sp>
        <p:nvSpPr>
          <p:cNvPr id="16" name="Oval 15"/>
          <p:cNvSpPr/>
          <p:nvPr/>
        </p:nvSpPr>
        <p:spPr>
          <a:xfrm>
            <a:off x="7699248" y="341528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3342132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freemarker: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598163"/>
            <a:ext cx="36941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渲染结果成为新 Body，路径是 classpath 资源</a:t>
            </a:r>
          </a:p>
        </p:txBody>
      </p:sp>
      <p:sp>
        <p:nvSpPr>
          <p:cNvPr id="19" name="Oval 18"/>
          <p:cNvSpPr/>
          <p:nvPr/>
        </p:nvSpPr>
        <p:spPr>
          <a:xfrm>
            <a:off x="7699248" y="424738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4174235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防腐层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4430268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外部格式只写在两个 .ftl 里，不碰 Java</a:t>
            </a:r>
          </a:p>
        </p:txBody>
      </p:sp>
      <p:sp>
        <p:nvSpPr>
          <p:cNvPr id="22" name="Oval 21"/>
          <p:cNvSpPr/>
          <p:nvPr/>
        </p:nvSpPr>
        <p:spPr>
          <a:xfrm>
            <a:off x="7699248" y="488289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4809743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template Bean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5065775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&lt;camelContext&gt; 已注册，必须单例复用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04688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504688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623559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写法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5623559"/>
            <a:ext cx="9829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模板里可用 body / headers / exchange 三个变量。出站模板的输入是内部订单 Map，入站模板的输入是解析后的外部应答 Map —— 所以 HTTP 文本要先 parse 一次再喂给模板。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两个模板在 src/main/resources/templates/ 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API-4　&lt;multicast&gt; + aggregationStrategy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/api/v1/orders/check —— 三路风控并行执行再合并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035040" cy="192938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camel/route-api4-multicast.xml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577840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&lt;multicast aggregationStrategy="scoreAggregationStrategy"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parallelProcessing="true"&gt;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uri="direct:api4-risk"/&gt;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uri="direct:api4-credit"/&gt;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uri="direct:api4-inventory"/&gt;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&lt;/multicast&gt;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58768"/>
            <a:ext cx="6035040" cy="235915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23359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strategy/ScoreAggregationStrategy.java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97679"/>
            <a:ext cx="5577840" cy="1993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public Exchange aggregate(Exchange old, Exchange neu) {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if (old == null) {          // 第一次：把 neu 当种子返回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neu.getIn().setBody(newAccumulator(neu));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return neu;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merge(old, neu);            // 之后：合并进 old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return old;                 // 并且必须返回 old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1947672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87451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&lt;multicast&gt;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3055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把同一条消息复制给多个目标（Scatter）</a:t>
            </a:r>
          </a:p>
        </p:txBody>
      </p:sp>
      <p:sp>
        <p:nvSpPr>
          <p:cNvPr id="16" name="Oval 15"/>
          <p:cNvSpPr/>
          <p:nvPr/>
        </p:nvSpPr>
        <p:spPr>
          <a:xfrm>
            <a:off x="6967728" y="2601468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528315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parallelProcessing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78434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分支并发执行；调用方仍等全部完成</a:t>
            </a:r>
          </a:p>
        </p:txBody>
      </p:sp>
      <p:sp>
        <p:nvSpPr>
          <p:cNvPr id="19" name="Oval 18"/>
          <p:cNvSpPr/>
          <p:nvPr/>
        </p:nvSpPr>
        <p:spPr>
          <a:xfrm>
            <a:off x="6967728" y="325526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18211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aggregationStrategy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438143"/>
            <a:ext cx="44256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Camel 4 XML 里是属性，值为 Bean 名（不是嵌套元素）</a:t>
            </a:r>
          </a:p>
        </p:txBody>
      </p:sp>
      <p:sp>
        <p:nvSpPr>
          <p:cNvPr id="22" name="Oval 21"/>
          <p:cNvSpPr/>
          <p:nvPr/>
        </p:nvSpPr>
        <p:spPr>
          <a:xfrm>
            <a:off x="6967728" y="4105655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4032503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调用约定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288536"/>
            <a:ext cx="44256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首次 oldExchange==null；之后合并进 old 并返回 old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4956047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4882895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线程安全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513892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默认串行调用，无需自己加锁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5358384"/>
            <a:ext cx="4663440" cy="1115568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5358384"/>
            <a:ext cx="50292" cy="1115568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5477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必看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5477256"/>
            <a:ext cx="36118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不指定 aggregationStrategy 时，multicast 会丢弃全部分支结果，继续用进入之前的原始消息 —— 新手第一大坑。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控制台可见 3 个 Multicast 线程交错打分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标签 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API-5　&lt;split&gt; &lt;wireTap&gt; &lt;toD&gt;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/api/v1/orders/split —— 拆批量、旁路埋点、运行期选目标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6675120" cy="214426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camel/route-api5-split.xml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57984"/>
            <a:ext cx="6217920" cy="17785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&lt;wireTap uri="direct:audit-log"/&gt;          ← 异步副本，主流程不等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&lt;split aggregationStrategy="itemCollectAggregationStrategy"&gt;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&lt;jsonpath&gt;$.items&lt;/jsonpath&gt;              ← 拆分表达式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&lt;process ref="itemNormalizeProcessor"/&gt;   ← 归一化出 itemChannel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&lt;toD uri="direct:item-${header.itemChannel}"/&gt;  ← 运行期求值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&lt;/split&gt;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4041648"/>
          <a:ext cx="10881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576"/>
                <a:gridCol w="3808475"/>
                <a:gridCol w="565830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标签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语义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关键细节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一条消息 → N 条子消息，逐条走内部步骤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自动带 CamelSplitIndex / SplitSize / SplitComplete；不给聚合策略则输出仍是原消息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发送 Exchange 副本到另一端点，发了就不管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异步、独立线程；主流程不等待、拿不到结果、也不感知它的异常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URI 在运行期求值后才确定目标端点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Menlo"/>
                        </a:rPr>
                        <a:t>&lt;to&gt; 启动时就固定，&lt;toD&gt; 每条消息可不同；目标必须存在否则 NoSuchEndpointException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TOY 类型会被归一化成 OTHER，进 WH-GENERAL-BJ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四个"一变多"的 EIP，别再搞混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本项目 API-6 里这四个会同时出现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6423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2212848"/>
                <a:gridCol w="2434132"/>
                <a:gridCol w="1659636"/>
                <a:gridCol w="3208629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EIP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消息怎么变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目标怎么变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同步?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结果怎么回来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&lt;multicast&gt;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不变（复制副本）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多个不同目标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是，等全部完成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aggregationStrategy 合并，不给就丢弃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拆成 N 条子消息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同一段逻辑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是，等全部完成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aggregationStrategy 收集，不给就还是原消息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复制副本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一个旁路端点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否，立即返回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拿不到，也不关心异常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Menlo"/>
                        </a:rPr>
                        <a:t>&lt;toD&gt;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不变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运行期求值出的单个目标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PingFang SC"/>
                        </a:rPr>
                        <a:t>正常返回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61772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635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17720"/>
            <a:ext cx="50292" cy="69494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73659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PingFang SC"/>
              </a:rPr>
              <a:t>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736592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一句话记忆：multicast 是"同一条消息发给不同的人"，split 是"把一条消息拆开发给同一个人"，wireTap 是"抄送一份就走"，toD 是"收件人到了才决定"。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四者都在 API-6 中同时出现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Endpoint URI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URI 的 scheme 决定用哪个 Component，? 后面是该 Component 的参数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11064239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3761841"/>
                <a:gridCol w="508955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URI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作用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本项目里用在哪 / 常用参数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direct:name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同步、同线程的内存端点，等价于一次方法调用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所有 REST 入口都 &lt;to&gt; 到 direct:；子流程的首选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seda:name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异步内存队列，有自己的线程池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想让下游异步且可堆积时用；?concurrentConsumers=N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bean:beanName?method=x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调用 Spring 容器里的 Bean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API-3 的 &lt;to uri="bean:remoteCallService?method=handle"/&gt;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http://host/path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HTTP 客户端（camel-http）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?bridgeEndpoint=true 忽略入站路径；配合 Exchange.HTTP_METHOD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platform-http:/path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把端点挂到 Spring Boot 内嵌 Tomcat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由 &lt;restConfiguration component="platform-http"&gt; 间接使用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log:name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把消息打到日志（独立于 &lt;log&gt; 标签）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?showHeaders=true&amp;showBody=true 调试时很好用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timer:name?period=5000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定时触发器，常用作 &lt;from&gt;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?delay= 首次延迟，?repeatCount=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file:dir?noop=true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读写文件目录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?noop 不删源文件，?move= 处理后移动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2356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2356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7424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PingFang SC"/>
              </a:rPr>
              <a:t>选读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742432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本项目只用到 direct / bean / http / platform-http，其余是为了说明"换协议只是换 URI 前缀"，路由逻辑一行都不用改。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组件参数查 camel.apache.org 对应 component 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Camel 自动写入的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很多行为不用自己传参，Camel 已经放在 Header 里了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5532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Split / Multicast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含义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CamelSplitIndex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当前子消息的下标，从 0 开始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CamelSplitSize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子消息总数（非流式拆分时才有）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CamelSplitComplete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是否最后一条子消息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CamelMulticastIndex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multicast 分支下标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CamelMulticastComplete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是否最后一个分支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CamelFilterMatched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filter 是否匹配（布尔）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CamelToEndpoint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上一次 &lt;to&gt; 实际发往的端点 URI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19072"/>
          <a:ext cx="530351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619"/>
                <a:gridCol w="28639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HTTP / 通用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含义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CamelHttpMethod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请求方法；常量 Exchange.HTTP_METHOD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CamelHttpResponseCode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响应码，REST 出站可用它改状态码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CamelHttpUri / CamelHttpPath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目标 URI 与路径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CamelHttpQuery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查询串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Content-Type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内容类型；常量 Exchange.CONTENT_TYPE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breadcrumbId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跨路由链路 id（useBreadcrumb=true 时）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CamelExceptionCaught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onException 里拿到的异常对象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394960"/>
            <a:ext cx="11064240" cy="905256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394960"/>
            <a:ext cx="50292" cy="905256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138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写法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5513832"/>
            <a:ext cx="1001268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Java 里别写字符串字面量，用 org.apache.camel.Exchange 上的常量（如 Exchange.SPLIT_INDEX、Exchange.HTTP_METHOD）；本项目 ItemNormalizeProcessor 与 RemoteCallService 就是这么写的。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XML 里用 ${header.CamelSplitIndex} 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综合案例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API-6 订单履约：一页看懂复杂编排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POST /api/v1/orders/fulfil  ·  路由 id: api6-complex-fulfilment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REST 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&lt;rest&gt; &lt;post&gt; → &lt;to&gt; direct: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校验 + 备份报文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· &lt;setProperty&gt;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PingFang SC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订单定级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&lt;choice&gt; &lt;when&gt; &lt;simple&gt;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PingFang S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并行风控分发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&lt;multicast&gt; parallel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PingFang S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三路并行打分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risk / credit / inventory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PingFang SC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聚合总分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aggregationStrategy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风控决策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总分 →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 w="1778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E123C"/>
                </a:solidFill>
                <a:latin typeface="PingFang SC"/>
              </a:rPr>
              <a:t>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履约守卫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&lt;filter&gt; 仅放行 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PingFang SC"/>
              </a:rPr>
              <a:t>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拆单 + 动态分仓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&lt;split&gt; + &lt;toD&gt; item-*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38144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PingFang SC"/>
              </a:rPr>
              <a:t>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统一收口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组装响应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27648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PingFang SC"/>
              </a:rPr>
              <a:t>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JSON 响应 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bindingMode=json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17152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778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8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34155"/>
                </a:solidFill>
                <a:latin typeface="PingFang SC"/>
              </a:rPr>
              <a:t>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9216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旁路审计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&lt;wireTap&gt; 异步不阻塞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80944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870448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759952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70448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759952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80944" y="4974336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870448" y="4974336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433304" y="2615184"/>
            <a:ext cx="0" cy="201168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764792" y="2816352"/>
            <a:ext cx="8668512" cy="0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64792" y="2816352"/>
            <a:ext cx="0" cy="347472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122408" y="4005072"/>
            <a:ext cx="0" cy="18288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764792" y="4187952"/>
            <a:ext cx="8357616" cy="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64792" y="4187952"/>
            <a:ext cx="0" cy="36576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329416" y="4005072"/>
            <a:ext cx="0" cy="548640"/>
          </a:xfrm>
          <a:prstGeom prst="line">
            <a:avLst/>
          </a:prstGeom>
          <a:ln w="19050">
            <a:prstDash val="dash"/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2916936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PingFang SC"/>
              </a:rPr>
              <a:t>④ 把同一条消息复制给 3 个分支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306824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PingFang SC"/>
              </a:rPr>
              <a:t>⑧ decision=APPROVED 才进入履约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53728" y="430682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PingFang SC"/>
              </a:rPr>
              <a:t>wireTap 发送副本即返回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56875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5687568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806440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关键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17319" y="5806440"/>
            <a:ext cx="10040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REJECTED 时 ⑧ 的 &lt;filter&gt; 只是跳过 ⑨ 履约，路由并不终止，依然执行 ⑩ 收口并返回 200。这是 &lt;filter&gt; 与 &lt;stop/&gt; 的本质区别，也是本例总能返回结构一致响应的原因。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交互式版本见 docs/api6-flow.html，图上画出了两处分叉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综合案例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两条分支，一样的响应结构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这就是把收口 &lt;process&gt; 放在 &lt;filter&gt; 外面的价值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94960" cy="278891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amount=20000 · channel=APP  →  filter 放行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1"/>
            <a:ext cx="4937760" cy="2423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{ "code": "OK",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"orderLevel": "VIP",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"decision": "APPROVED",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"totalScore": 270,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"checks": [ {RISK 90}, {CREDIT 85}, {INVENTORY 95}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"fulfilment": [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"sku":"BK-01", "warehouse":"WH-BOOK-SH" 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"sku":"FD-09", "warehouse":"WH-COLD-HZ" 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"sku":"XX-77", "warehouse":"WH-GENERAL-BJ" 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"message": "risk checks passed ..."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783080"/>
            <a:ext cx="5303520" cy="278891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47672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amount=90000 · channel=WEB  →  filter 拦截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21991"/>
            <a:ext cx="4846320" cy="2423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{ "code": "REJECTED",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"orderLevel": "VIP",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"decision": "REJECTED",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"totalScore": 165,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"checks": [ {RISK 30}, {CREDIT 40}, {INVENTORY 95}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"fulfilment": [],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"message": "risk checks failed ..."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84632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846320"/>
            <a:ext cx="50292" cy="6949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96519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PingFang SC"/>
              </a:rPr>
              <a:t>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965192"/>
            <a:ext cx="99029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字段完全对齐、只有取值不同 —— 前端不需要写两套解析逻辑。如果把收口逻辑写进 &lt;filter&gt; 里面，被拦下的请求就会返回一个半成品 Body，这是最常见的设计事故。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./test-apis.sh 的最后两个用例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工程实践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错误处理：本项目还没加，要加就这么写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当前 OrderValidateProcessor 抛异常会直接冒泡成 500，下面是四种收敛方式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989320" cy="382676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8366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两种写法：全局 onException 与局部 doTry/doCatch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5532120" cy="346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&lt;camelContext ...&gt;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&lt;!-- 全局：所有路由共用 --&gt;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&lt;onException&gt;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&lt;exception&gt;java.lang.IllegalArgumentException&lt;/exception&gt;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&lt;handled&gt;&lt;constant&gt;true&lt;/constant&gt;&lt;/handled&gt;   ← 标记已处理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name="CamelHttpResponseCode"&gt;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&lt;constant&gt;400&lt;/constant&gt;&lt;/setHeader&gt;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&lt;setBody&gt;&lt;simple&gt;{"msg":"${exception.message}"}&lt;/simple&gt;&lt;/setBody&gt;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&lt;/onException&gt;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&lt;!-- 局部：只包住某几步 --&gt;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&lt;doTry&gt;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&lt;to uri="http://flaky-service"/&gt;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&lt;doCatch&gt;&lt;exception&gt;java.io.IOException&lt;/exception&gt;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&lt;setBody&gt;&lt;constant&gt;{"code":"DEGRADED"}&lt;/constant&gt;&lt;/setBody&gt;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&lt;/doCatch&gt;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&lt;/doTry&gt;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&lt;/camelContext&gt;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719072"/>
          <a:ext cx="4864607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135"/>
                <a:gridCol w="282147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机制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什么时候用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&lt;onException&gt;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按异常类型统一兜底；可设 handled、重试、重定向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&lt;doTry&gt;/&lt;doCatch&gt;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只想保护路由中的某几步，像 Java 的 try/catch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errorHandler + redeliveryPolicy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需要自动重试：maximumRedeliveries、backOff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&lt;stop/&gt;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不是异常，是主动终止当前 Exchange 的处理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62356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7424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PingFang SC"/>
              </a:rPr>
              <a:t>易错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5742432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&lt;filter&gt; 不匹配不是错误，不会触发 onException；handled=true 后 Exchange 算成功返回，REST 层照样出 200，改状态码要显式设 CamelHttpResponseCode。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当前项目故意不写，留作练习（见 HANDOFF.md）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怎么在控制台追踪每一步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日志是学 Camel 最好的老师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943600" cy="171449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camel-context.xml（装配入口；运行时开关只能写在这里）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486400" cy="1348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&lt;camelContext id="camelSession0to1"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useMDCLogging="true"     ← routeId 进 MDC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useBreadcrumb="true"     ← 跨路由串链路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trace="false"            ← 打开可逐 EIP 打点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streamCache="true"&gt;      ← 流式 Body 可重复读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27248"/>
            <a:ext cx="5943600" cy="128473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918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application.yml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66160"/>
            <a:ext cx="5486400" cy="918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logging.pattern.console: 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%d{HH:mm:ss.SSS} %-5level [%15.15thread]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[route:%X{camel.routeId:-~}] %-40.40logger{39} : %msg%n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1947672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87451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&lt;log message="…"&gt;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30551"/>
            <a:ext cx="44256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声明式日志，logger 名就是 routeId，最适合标记路由边界</a:t>
            </a:r>
          </a:p>
        </p:txBody>
      </p:sp>
      <p:sp>
        <p:nvSpPr>
          <p:cNvPr id="16" name="Oval 15"/>
          <p:cNvSpPr/>
          <p:nvPr/>
        </p:nvSpPr>
        <p:spPr>
          <a:xfrm>
            <a:off x="6967728" y="2798064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724912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%X{camel.routeId}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980944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从 MDC 取出当前路由 id，一眼看出消息走到哪</a:t>
            </a:r>
          </a:p>
        </p:txBody>
      </p:sp>
      <p:sp>
        <p:nvSpPr>
          <p:cNvPr id="19" name="Oval 18"/>
          <p:cNvSpPr/>
          <p:nvPr/>
        </p:nvSpPr>
        <p:spPr>
          <a:xfrm>
            <a:off x="6967728" y="3451860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37870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线程名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634739"/>
            <a:ext cx="44256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Multicast / WireTap / task-N 直接暴露并发与异步行为</a:t>
            </a:r>
          </a:p>
        </p:txBody>
      </p:sp>
      <p:sp>
        <p:nvSpPr>
          <p:cNvPr id="22" name="Oval 21"/>
          <p:cNvSpPr/>
          <p:nvPr/>
        </p:nvSpPr>
        <p:spPr>
          <a:xfrm>
            <a:off x="6967728" y="4302252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4229100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trace="true"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485132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排查时临时打开，每个 EIP 节点都会打点（很吵）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4956048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4882896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exchangeId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513892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同一次请求的唯一 ID，跨路由串联日志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9496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39496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5138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PingFang SC"/>
              </a:rPr>
              <a:t>易错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513832"/>
            <a:ext cx="99029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再次强调：因为 CamelContext 由 XML 定义，camel.springboot.* 下的开关一律无效，必须写成 &lt;camelContext&gt; 的属性。日志正文本身是英文。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MDC 让并发日志也能读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Java DSL ↔ XML DSL 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网上的资料大多是 Java DSL，照着这张表翻译即可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4536338"/>
                <a:gridCol w="4536338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做什么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Java DSL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XML DSL（本项目）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定义路由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from("direct:a").routeId("r1")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&lt;route id="r1"&gt;&lt;from uri="direct:a"/&gt;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发消息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.to("direct:b")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&lt;to uri="direct:b"/&gt;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自定义 Java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.process(myProcessor)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&lt;process ref="myProcessor"/&gt;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日志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.log("x=${body}")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&lt;log message="x=${body}"/&gt;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分支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.choice().when(simple(...)).otherwise()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&lt;choice&gt;&lt;when&gt;&lt;simple&gt;…&lt;/simple&gt;&lt;/when&gt;&lt;otherwise&gt;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过滤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.filter(simple(...))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&lt;filter&gt;&lt;simple&gt;…&lt;/simple&gt;…&lt;/filter&gt;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并行分发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.multicast().aggregationStrategy(s).parallelProcessing()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&lt;multicast aggregationStrategy="s" parallelProcessing="true"&gt;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拆分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.split(jsonpath("$.items")).aggregationStrategy(s)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&lt;split aggregationStrategy="s"&gt;&lt;jsonpath&gt;$.items&lt;/jsonpath&gt;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旁路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.wireTap("direct:audit")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&lt;wireTap uri="direct:audit"/&gt;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PingFang SC"/>
                        </a:rPr>
                        <a:t>动态目标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.toD("direct:item-${header.x}")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&lt;toD uri="direct:item-${header.x}"/&gt;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806440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806440"/>
            <a:ext cx="10012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最大的差异在 aggregationStrategy：Java DSL 是方法、传对象；Camel 4 的 XML DSL 是属性、传 Bean 名。老资料里的嵌套 &lt;aggregationStrategy&gt; 元素在 4.x 已经不存在了。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两种 DSL 生成的是同一套 RouteDefinition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工程实践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怎么验证改动没跑偏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三层：手工点、脚本回归、单元测试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852160" cy="278891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三种验证方式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394960" cy="2423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1) 手工逐个点（IntelliJ HTTP Client）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.idea/rest/API-requests.http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2) 一键回归全部 9 个用例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./test-apis.sh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./test-apis.sh other-host:8080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3) 单元测试（camel-test-spring-junit5 已在 pom 里）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mvn test -Dtest=SomeTest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mvn test -Dtest=SomeTest#someMethod</a:t>
            </a:r>
          </a:p>
        </p:txBody>
      </p:sp>
      <p:sp>
        <p:nvSpPr>
          <p:cNvPr id="10" name="Oval 9"/>
          <p:cNvSpPr/>
          <p:nvPr/>
        </p:nvSpPr>
        <p:spPr>
          <a:xfrm>
            <a:off x="6784848" y="19476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7451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改了路由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130551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先跑 ./test-apis.sh，9 个用例覆盖 6 个 API 的正反两路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281635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74320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改了打分阈值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999232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必须同时检查 API-6 的两个用例仍分别命中 APPROVED / REJECTED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368503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361188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想写单测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867912"/>
            <a:ext cx="460857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用 CamelSpringBootTest + mock: 端点断言，或 ProducerTemplate 直接打 direct: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4750307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677155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想看某一步的中间结果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933188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临时在那一步后加一个 &lt;log message="${body}"/&gt;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3212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53212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65099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PingFang SC"/>
              </a:rPr>
              <a:t>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5650992"/>
            <a:ext cx="99029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本项目的分数是设计过的：amount ≤ 50000 得 270 分放行，amount &gt; 60000 得 165 分拦截。改 ScoreProcessor 或 RiskDecisionProcessor 的阈值时，这两条线要一起挪。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阈值约定同时写在 CLAUDE.md 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标签速查表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本项目用到的全部 XML 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548640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标签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一句话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&lt;camelContext&gt;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运行时容器，运行期开关写在它的属性上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&lt;routeContext&gt; / &lt;restContext&gt;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路由片段容器，可放在被 import 的独立文件里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&lt;routeContextRef&gt; / &lt;restContextRef&gt;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把片段装配进上下文，必须写在 restConfiguration 之前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&lt;restConfiguration&gt;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REST 全局配置：component / bindingMode / CORS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&lt;rest&gt; &lt;post&gt;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声明 REST 端点；&lt;post&gt; 必须含且仅含一个 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&lt;route&gt; &lt;from&gt;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一条流水线；&lt;from&gt; 是唯一入口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&lt;to&gt; 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发消息；&lt;toD&gt; 的 URI 运行期才求值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&lt;process&gt;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插入自定义 Java（Processor Bean）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&lt;log&gt;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声明式日志，支持 Simple 表达式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55648"/>
          <a:ext cx="5303519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78"/>
                <a:gridCol w="307604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标签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一句话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&lt;choice&gt; &lt;when&gt; 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多路选择，命中即停；otherwise 兜底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单一守卫；不匹配只跳过内部，不终止路由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&lt;simple&gt; &lt;jsonpath&gt;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两种表达式语言，可作取值或谓词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&lt;multicast&gt;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复制消息给多个目标，配 aggregationStrategy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拆成子消息，配 aggregationStrategy 收集结果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异步旁路副本，发了就不管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&lt;setHeader&gt; &lt;setProperty&gt; &lt;setBody&gt;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写 Header / Property / Body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&lt;onException&gt; &lt;doTry&gt; &lt;doCatch&gt;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异常兜底（本项目留作练习）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&lt;stop/&gt;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PingFang SC"/>
                        </a:rPr>
                        <a:t>真正终止当前 Exchange 的处理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完整注释见 src/main/resources/camel/ 下的各路由片段文件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PingFang SC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PingFang SC"/>
              </a:rPr>
              <a:t>现在动手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PingFang SC"/>
              </a:rPr>
              <a:t>先跑起来，再改坏它，是学 Camel 最快的路径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852160" cy="235915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PingFang SC"/>
              </a:rPr>
              <a:t>三条命令跑起全部 6 个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1"/>
            <a:ext cx="5394960" cy="1993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mvn clean package -DskipTests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java -jar target/camel-session-0to1-1.0.0-SNAPSHOT.jar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# 另开一个终端，一键回归 9 个用例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./test-apis.sh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# 或在 IDEA 里逐个点着跑（带断言）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.idea/rest/API-requests.http</a:t>
            </a:r>
          </a:p>
        </p:txBody>
      </p:sp>
      <p:sp>
        <p:nvSpPr>
          <p:cNvPr id="10" name="Oval 9"/>
          <p:cNvSpPr/>
          <p:nvPr/>
        </p:nvSpPr>
        <p:spPr>
          <a:xfrm>
            <a:off x="6784848" y="1883664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10512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把 multicast 的 aggregationStrategy 删掉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066543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观察响应变回进入前的原始报文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2455163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382011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把 &lt;filter&gt; 换成 &lt;choice&gt;&lt;when&gt;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638043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体会"守卫"和"多路选择"的差别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3026663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2953511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给 items 加一个未知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209543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看 toD 如何收敛到 direct:item-OTHER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37947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37216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把 parallelProcessing 改成 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97763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对比控制台线程名与总耗时</a:t>
            </a:r>
          </a:p>
        </p:txBody>
      </p:sp>
      <p:sp>
        <p:nvSpPr>
          <p:cNvPr id="22" name="Oval 21"/>
          <p:cNvSpPr/>
          <p:nvPr/>
        </p:nvSpPr>
        <p:spPr>
          <a:xfrm>
            <a:off x="6784848" y="43662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2931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打开 trace="true"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54914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看 Camel 逐个 EIP 打点的完整轨迹</a:t>
            </a:r>
          </a:p>
        </p:txBody>
      </p:sp>
      <p:sp>
        <p:nvSpPr>
          <p:cNvPr id="25" name="Oval 24"/>
          <p:cNvSpPr/>
          <p:nvPr/>
        </p:nvSpPr>
        <p:spPr>
          <a:xfrm>
            <a:off x="6784848" y="49377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48646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PingFang SC"/>
              </a:rPr>
              <a:t>加一个 &lt;onException&gt;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512064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PingFang SC"/>
              </a:rPr>
              <a:t>让校验失败返回 400 而不是 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23560"/>
            <a:ext cx="10954512" cy="484632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623560"/>
            <a:ext cx="50292" cy="4846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74243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PingFang SC"/>
              </a:rPr>
              <a:t>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742432"/>
            <a:ext cx="99029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PingFang SC"/>
              </a:rPr>
              <a:t>改坏之后记得看控制台 —— 本项目每个 Processor、每条路由、每个聚合策略都打了日志，现象和原因基本能一一对上。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PingFang SC"/>
              </a:rPr>
              <a:t>祝顺利 · camel-session-0to1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PingFang SC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